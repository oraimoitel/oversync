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OverSync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Trust-minimised native cross-chain swaps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↔ Stellar today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HTLC protocol for non-EVM corridors tomorrow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[Adın Soyadın] · Founder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[email] · oversync.app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$2B+ in bridge hacks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hacks share one pattern: compromised off-chain signers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Ronin — $625M  |  Wormhole — $325M  |  Multichain — $231M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now ask for "an actual HTLC" —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committee-signed bridge.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Stellar bridges don't solve this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bridging exploded in 2026 — trust models differ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CCTP v2 → USDC only, Circle attestation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Axelar ITS → Validator set, wrapped tokens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Allbridge → Validator set, low Stellar TVL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offers native XLM ↔ native ETH with HTLC settlement.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— Symmetric HTLC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validator quorum · No admin escape hatch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locks ETH (hashlock + 24h)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Resolver locks XLM (same hashlock + 12h)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User claims XLM → reveals secret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Resolver claims ETH with public secret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move only via claim or permissionless refund to user.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— Live on Testnet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HTLCEscrow + ResolverRegistry — Sepolia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oversync-htlc — Stellar testnet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React dApp — MetaMask + Freighter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Open-source resolver + SDK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49+ automated tests · CI · MIT open source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Sepolia: 0xb352339BEb146f2699d28D736700B953988bB178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Refund Layers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cannot be stranded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On-chain HTLC refund — permissionless after timelock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Frontend RefundDialog — one-click recovery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Automatic XLM refund — if ETH leg fails (&lt; 30s)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Background watchdog — scans every 60 seconds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users — HTLC settlement, normal dApp UX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protocols — native ETH, not wrapped tokens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Fusion+ resolvers — extend inventory to Stellar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 / treasuries — $25k–$500k swaps, trust &gt; speed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resolver spread · coordinator SaaS · protocol fee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— May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Stellar bridging boom (Axelar mainnet, CCTP imminent)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Validator-set fatigue ($2B+ bridge losses)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Fusion+ normalised open resolver pattern on EVM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native Soroban HTLC bridge with open resolver registry.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Vision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v2 testnet live, 49 tests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Q3–Q4 2026 — Audits + fuzz tests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 — Mainnet + CCTP/Axelar composition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2027–28 — Cosmos, Near (HTLC replication)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 — Non-EVM ↔ Non-EVM native corridors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sell trust. Axelar sells coverage. We compose, not compete.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The Ask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[Adın] — [background]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Raising: [$500K seed]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2 audits · Soroban hire · resolver bootstrap · mainnet runway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Mainnet Q1 2027 · 3 community resolvers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github.com/karagozemin/OverSync-1nchFusion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OverSync — IBW 2026 Pitch Deck</dc:title>
  <dc:subject>PptxGenJS Presentation</dc:subject>
  <dc:creator>OverSync</dc:creator>
  <cp:lastModifiedBy>OverSync</cp:lastModifiedBy>
  <cp:revision>1</cp:revision>
  <dcterms:created xsi:type="dcterms:W3CDTF">2026-05-21T22:09:42Z</dcterms:created>
  <dcterms:modified xsi:type="dcterms:W3CDTF">2026-05-21T22:09:42Z</dcterms:modified>
</cp:coreProperties>
</file>